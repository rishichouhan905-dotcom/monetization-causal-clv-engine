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60" y="2836506"/>
            <a:ext cx="7199034" cy="1942536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60" y="5108704"/>
            <a:ext cx="6858000" cy="605502"/>
          </a:xfrm>
        </p:spPr>
        <p:txBody>
          <a:bodyPr>
            <a:normAutofit/>
          </a:bodyPr>
          <a:lstStyle>
            <a:lvl1pPr marL="0" indent="0" algn="l">
              <a:buNone/>
              <a:defRPr sz="27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1" y="1041400"/>
            <a:ext cx="2363444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" y="6334744"/>
            <a:ext cx="1293989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2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1" y="0"/>
            <a:ext cx="912300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259773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259773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685800" y="6280030"/>
            <a:ext cx="139748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672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9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6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0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55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45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</p:spPr>
        <p:txBody>
          <a:bodyPr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27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3807619" y="885826"/>
            <a:ext cx="4706540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</p:spPr>
        <p:txBody>
          <a:bodyPr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549378" cy="4737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78718"/>
            <a:ext cx="2949178" cy="42902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50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35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5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9144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272" y="3032254"/>
            <a:ext cx="256526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334" y="3926565"/>
            <a:ext cx="2304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582" y="4758612"/>
            <a:ext cx="303907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334" y="5676372"/>
            <a:ext cx="2379641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1" y="1041399"/>
            <a:ext cx="3570428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221580" y="3921043"/>
            <a:ext cx="6345080" cy="36395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221581" y="4797554"/>
            <a:ext cx="6305550" cy="40520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221580" y="3030245"/>
            <a:ext cx="6345080" cy="36395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A.B. Road, </a:t>
            </a:r>
            <a:r>
              <a:rPr lang="en-US" sz="1800" dirty="0" err="1">
                <a:solidFill>
                  <a:schemeClr val="tx1"/>
                </a:solidFill>
              </a:rPr>
              <a:t>Pigdamber</a:t>
            </a:r>
            <a:r>
              <a:rPr lang="en-US" sz="1800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201410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2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804" y="1446087"/>
            <a:ext cx="7366572" cy="1982913"/>
          </a:xfrm>
        </p:spPr>
        <p:txBody>
          <a:bodyPr>
            <a:normAutofit/>
          </a:bodyPr>
          <a:lstStyle/>
          <a:p>
            <a:r>
              <a:rPr lang="en-GB" sz="4000" b="1" dirty="0"/>
              <a:t>Project Synopsis: SKILL PULSE (Retro-Skill Analyzer)</a:t>
            </a:r>
            <a:endParaRPr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6193" y="4356243"/>
            <a:ext cx="6950467" cy="1357963"/>
          </a:xfrm>
        </p:spPr>
        <p:txBody>
          <a:bodyPr>
            <a:noAutofit/>
          </a:bodyPr>
          <a:lstStyle/>
          <a:p>
            <a:r>
              <a:rPr lang="en-US" sz="1400" dirty="0" err="1"/>
              <a:t>B.Tech</a:t>
            </a:r>
            <a:r>
              <a:rPr lang="en-US" sz="1400" dirty="0"/>
              <a:t> Computer Engineering</a:t>
            </a:r>
          </a:p>
          <a:p>
            <a:r>
              <a:rPr lang="en-US" sz="1400" dirty="0"/>
              <a:t>(Rishabh Singh) [Roll No : EN23CS301845] </a:t>
            </a:r>
          </a:p>
          <a:p>
            <a:r>
              <a:rPr lang="en-US" sz="1400" dirty="0"/>
              <a:t>(Romit Joshi) [Roll No : EN23CS301870] </a:t>
            </a:r>
          </a:p>
          <a:p>
            <a:r>
              <a:rPr lang="en-US" sz="1400" dirty="0"/>
              <a:t>(Rishiraj Chouhan) [Roll No : EN23CS301849] </a:t>
            </a:r>
          </a:p>
          <a:p>
            <a:r>
              <a:rPr lang="en-US" sz="1400" dirty="0"/>
              <a:t>College Name : MEDICPS UNIVERCITY</a:t>
            </a:r>
          </a:p>
          <a:p>
            <a:endParaRPr lang="en-US" sz="1400" dirty="0"/>
          </a:p>
          <a:p>
            <a:endParaRPr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975" y="691874"/>
            <a:ext cx="7886700" cy="994172"/>
          </a:xfrm>
        </p:spPr>
        <p:txBody>
          <a:bodyPr/>
          <a:lstStyle/>
          <a:p>
            <a:r>
              <a:rPr lang="en-IN" sz="4000" dirty="0"/>
              <a:t>Real World Problem Searching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975" y="1765277"/>
            <a:ext cx="8017373" cy="40274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dirty="0"/>
              <a:t>• </a:t>
            </a:r>
            <a:r>
              <a:rPr lang="en-US" sz="3000" dirty="0"/>
              <a:t>In the current academic structure, students undergo a rigorous curriculum where they learn 5-6 new subjects every semester. However, the "Forgetting Curve" is a real phenomenon where, without active recall or practice, knowledge of previous core subjects (like DSA, DBMS, or Computer Networks) diminishes over </a:t>
            </a:r>
            <a:r>
              <a:rPr lang="en-US" sz="3000" dirty="0" err="1"/>
              <a:t>time.The</a:t>
            </a:r>
            <a:r>
              <a:rPr lang="en-US" sz="3000" dirty="0"/>
              <a:t> Gap: Students often realize their "Skill Drift" only during placement season (7th/8th Semester).Industry Demand: Tech companies expect mastery over fundamental subjects taught in earlier semesters, but students struggle to identify which specific areas they have weakened in until they fail a mock test or interview.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PROBLEM STATEMENT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Students lack a dedicated mechanism to track the gradual loss of technical proficiency (Skill Drift) across semesters. There is no automated tool that maps a student's past academic history against their future career goals to identify "Knowledge Gaps." Retro-Skill Analyzer aims to solve this by providing a diagnostic platform that quantifies skill decay and prioritizes subjects for revision based on specific job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Objectives and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435510"/>
            <a:ext cx="8249879" cy="50573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dirty="0"/>
              <a:t>• </a:t>
            </a:r>
            <a:r>
              <a:rPr lang="en-US" sz="3000" dirty="0" err="1"/>
              <a:t>Objectives:To</a:t>
            </a:r>
            <a:r>
              <a:rPr lang="en-US" sz="3000" dirty="0"/>
              <a:t> develop a rule-based engine that calculates the Decay Factor of a student's skills over </a:t>
            </a:r>
            <a:r>
              <a:rPr lang="en-US" sz="3000" dirty="0" err="1"/>
              <a:t>time.To</a:t>
            </a:r>
            <a:r>
              <a:rPr lang="en-US" sz="3000" dirty="0"/>
              <a:t> provide a Relevance Mapping between university subjects and industry-standard job roles (SDE, Data Analyst, etc.).To visualize the "Skill Gap" using graphical representations (like Radar Charts).To help students prioritize their revision schedule based on upcoming placement </a:t>
            </a:r>
            <a:r>
              <a:rPr lang="en-US" sz="3000" dirty="0" err="1"/>
              <a:t>requirements.Scope:Primary</a:t>
            </a:r>
            <a:r>
              <a:rPr lang="en-US" sz="3000" dirty="0"/>
              <a:t> Users: 2nd, 3rd, and 4th-year Engineering/CS </a:t>
            </a:r>
            <a:r>
              <a:rPr lang="en-US" sz="3000" dirty="0" err="1"/>
              <a:t>students.Functionality</a:t>
            </a:r>
            <a:r>
              <a:rPr lang="en-US" sz="3000" dirty="0"/>
              <a:t>: The app will analyze inputs (Semesters, Subjects, Self-Assessed current levels) and output a "Status Report" of weak vs. strong </a:t>
            </a:r>
            <a:r>
              <a:rPr lang="en-US" sz="3000" dirty="0" err="1"/>
              <a:t>areas.Limitation</a:t>
            </a:r>
            <a:r>
              <a:rPr lang="en-US" sz="3000" dirty="0"/>
              <a:t>: This is a diagnostic tool, not a learning management system (LMS). It tells you what to study, not how to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Ebbinghaus Forgetting Curve: Research shows that humans lose 50% of new information within days unless reviewed. In a 4-year degree, the decay is </a:t>
            </a:r>
            <a:r>
              <a:rPr lang="en-US" sz="3000" dirty="0" err="1"/>
              <a:t>massive.Skill</a:t>
            </a:r>
            <a:r>
              <a:rPr lang="en-US" sz="3000" dirty="0"/>
              <a:t> Gap Analysis Reports (NASSCOM/Industry): Various reports suggest that while students pass exams, their "Employability Quotient" is low because they cannot recall core concepts during technical </a:t>
            </a:r>
            <a:r>
              <a:rPr lang="en-US" sz="3000" dirty="0" err="1"/>
              <a:t>rounds.Adaptive</a:t>
            </a:r>
            <a:r>
              <a:rPr lang="en-US" sz="3000" dirty="0"/>
              <a:t> Testing Theories: Existing research on Bloom’s Taxonomy suggests that self-assessment, when guided by structured parameters, can accurately reflect a learner's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Related Work Research and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Most existing applications focus </a:t>
            </a:r>
            <a:r>
              <a:rPr lang="en-US" sz="3000" dirty="0" err="1"/>
              <a:t>on:Roadmap</a:t>
            </a:r>
            <a:r>
              <a:rPr lang="en-US" sz="3000" dirty="0"/>
              <a:t> Tools: (e.g., Roadmap.sh) They show what to learn next but ignore what you have already </a:t>
            </a:r>
            <a:r>
              <a:rPr lang="en-US" sz="3000" dirty="0" err="1"/>
              <a:t>forgotten.LMS</a:t>
            </a:r>
            <a:r>
              <a:rPr lang="en-US" sz="3000" dirty="0"/>
              <a:t> Platforms: (e.g., Coursera, Udemy) They focus on content delivery but don't track the "shelf-life" of a skill previously </a:t>
            </a:r>
            <a:r>
              <a:rPr lang="en-US" sz="3000" dirty="0" err="1"/>
              <a:t>acquired.Assessment</a:t>
            </a:r>
            <a:r>
              <a:rPr lang="en-US" sz="3000" dirty="0"/>
              <a:t> Platforms: (e.g., </a:t>
            </a:r>
            <a:r>
              <a:rPr lang="en-US" sz="3000" dirty="0" err="1"/>
              <a:t>HackerRank</a:t>
            </a:r>
            <a:r>
              <a:rPr lang="en-US" sz="3000" dirty="0"/>
              <a:t>, </a:t>
            </a:r>
            <a:r>
              <a:rPr lang="en-US" sz="3000" dirty="0" err="1"/>
              <a:t>LeetCode</a:t>
            </a:r>
            <a:r>
              <a:rPr lang="en-US" sz="3000" dirty="0"/>
              <a:t>) These test current coding skills but don't provide a holistic view of academic subject retention (like OS, Networking, or System Design).Gap Identified: No tool currently focuses on "Maintenance of Knowledge" specifically for the university-to-placement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123" y="1690689"/>
            <a:ext cx="8315280" cy="6607736"/>
          </a:xfrm>
        </p:spPr>
        <p:txBody>
          <a:bodyPr/>
          <a:lstStyle/>
          <a:p>
            <a:r>
              <a:rPr lang="en-US" dirty="0"/>
              <a:t>Functional </a:t>
            </a:r>
            <a:r>
              <a:rPr lang="en-US" dirty="0" err="1"/>
              <a:t>Requirements:User</a:t>
            </a:r>
            <a:r>
              <a:rPr lang="en-US" dirty="0"/>
              <a:t> Profile: Input for current semester and target job </a:t>
            </a:r>
            <a:r>
              <a:rPr lang="en-US" dirty="0" err="1"/>
              <a:t>role.Subject</a:t>
            </a:r>
            <a:r>
              <a:rPr lang="en-US" dirty="0"/>
              <a:t> Input Module: A way for users to select subjects studied in previous </a:t>
            </a:r>
            <a:r>
              <a:rPr lang="en-US" dirty="0" err="1"/>
              <a:t>semesters.Skill</a:t>
            </a:r>
            <a:r>
              <a:rPr lang="en-US" dirty="0"/>
              <a:t> Assessment: A slider or rating system (1-10) for users to rate their </a:t>
            </a:r>
            <a:r>
              <a:rPr lang="en-US" dirty="0" err="1"/>
              <a:t>confidence.Drift</a:t>
            </a:r>
            <a:r>
              <a:rPr lang="en-US" dirty="0"/>
              <a:t> Engine: A rule-based algorithm to calculate skill loss based on time elapsed since the subject was last </a:t>
            </a:r>
            <a:r>
              <a:rPr lang="en-US" dirty="0" err="1"/>
              <a:t>studied.Dashboard</a:t>
            </a:r>
            <a:r>
              <a:rPr lang="en-US" dirty="0"/>
              <a:t>: Displaying the "Skill Health" and "Revision Priority </a:t>
            </a:r>
            <a:r>
              <a:rPr lang="en-US" dirty="0" err="1"/>
              <a:t>List."Non</a:t>
            </a:r>
            <a:r>
              <a:rPr lang="en-US" dirty="0"/>
              <a:t>-Functional </a:t>
            </a:r>
            <a:r>
              <a:rPr lang="en-US" dirty="0" err="1"/>
              <a:t>Requirements:Usability</a:t>
            </a:r>
            <a:r>
              <a:rPr lang="en-US" dirty="0"/>
              <a:t>: Simple UI for quick data </a:t>
            </a:r>
            <a:r>
              <a:rPr lang="en-US" dirty="0" err="1"/>
              <a:t>entry.Accuracy</a:t>
            </a:r>
            <a:r>
              <a:rPr lang="en-US" dirty="0"/>
              <a:t>: The mapping of subjects to job roles must be industry-</a:t>
            </a:r>
            <a:r>
              <a:rPr lang="en-US" dirty="0" err="1"/>
              <a:t>accurate.Performance</a:t>
            </a:r>
            <a:r>
              <a:rPr lang="en-US" dirty="0"/>
              <a:t>: The analysis results should be generated </a:t>
            </a:r>
            <a:r>
              <a:rPr lang="en-US" dirty="0" err="1"/>
              <a:t>instantly.Technical</a:t>
            </a:r>
            <a:r>
              <a:rPr lang="en-US" dirty="0"/>
              <a:t> Stack (Proposed):Frontend: React.js or HTML/CSS/</a:t>
            </a:r>
            <a:r>
              <a:rPr lang="en-US" dirty="0" err="1"/>
              <a:t>JS.Backend</a:t>
            </a:r>
            <a:r>
              <a:rPr lang="en-US" dirty="0"/>
              <a:t>: Python (Flask/Django) — ideal for the rule-based </a:t>
            </a:r>
            <a:r>
              <a:rPr lang="en-US" dirty="0" err="1"/>
              <a:t>logic.Database</a:t>
            </a:r>
            <a:r>
              <a:rPr lang="en-US" dirty="0"/>
              <a:t>: SQLite or PostgreSQL (to store subject-job mappings).Visualization: Chart.js or D3.js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(1)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778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Metropolis</vt:lpstr>
      <vt:lpstr>Metropolis Semi Bold</vt:lpstr>
      <vt:lpstr>Zilla Slab</vt:lpstr>
      <vt:lpstr>PPT template (1)</vt:lpstr>
      <vt:lpstr>Project Synopsis: SKILL PULSE (Retro-Skill Analyzer)</vt:lpstr>
      <vt:lpstr>Real World Problem Searching</vt:lpstr>
      <vt:lpstr>PROBLEM STATEMENT</vt:lpstr>
      <vt:lpstr>Objectives and Scope</vt:lpstr>
      <vt:lpstr>Literature Survey</vt:lpstr>
      <vt:lpstr>Related Work Research and Survey</vt:lpstr>
      <vt:lpstr>Requirement Analysis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Annealing</dc:title>
  <dc:creator>rohan patidar</dc:creator>
  <dc:description>generated using python-pptx</dc:description>
  <cp:lastModifiedBy>Rishabh Singh</cp:lastModifiedBy>
  <cp:revision>20</cp:revision>
  <dcterms:created xsi:type="dcterms:W3CDTF">2013-01-27T09:14:16Z</dcterms:created>
  <dcterms:modified xsi:type="dcterms:W3CDTF">2026-02-06T08:54:41Z</dcterms:modified>
</cp:coreProperties>
</file>